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Hospital Readmission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– Data Science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 |  Academic Year 2024–25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Ramesh   •   Arjun Mehta   •   Sneha Iyer   •   Karthik Nair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readmission prediction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377440" cy="14630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readmitted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188720"/>
            <a:ext cx="2377440" cy="14630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25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2608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preventable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 (US)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2926080" cy="14630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Better outcomes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Reduced costs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Improved care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07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patient clinical data at discharge, predict whether they will be readmitted within 30 days — and classify their risk as Low, Medium, or High.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synthetic patient records · 10 features · 1 target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 Values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18 – 89 years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gender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Male / Female / Other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num_prior_visits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 – 9 visits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length_of_stay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 – 20 days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diagnosis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Heart Failure, COPD, Diabetes…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discharge_type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Home, AMA, SNF…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insurance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Medicare, Medicaid, Private…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num_medications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 – 19 medications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num_comorbidities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 – 4 conditions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FA5"/>
                          </a:solidFill>
                        </a:rPr>
                        <a:t>readmitted_30days 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FA5"/>
                          </a:solidFill>
                        </a:rPr>
                        <a:t>Binary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7FA5"/>
                          </a:solidFill>
                        </a:rPr>
                        <a:t>0 = No  |  1 = Yes (Target)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07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synthetic patient records via NumPy probability distributions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" y="184708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" y="251460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class balance, readmission rates by group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" y="303580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370332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of 4 categorical features; 80/20 stratified train-test split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307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572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(150 trees, max_depth=8, class_weight=balanced)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1768" y="184708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54880" y="251460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ROC-AUC, Confusion Matrix, 5-Fold Cross Validation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01768" y="303580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754880" y="370332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app: prediction form + dataset insights + model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Evaluation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– Test Set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20240" cy="10972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1920240" cy="10972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14300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88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Visits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2843784"/>
            <a:ext cx="1122335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8295" y="2843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172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3227832"/>
            <a:ext cx="86868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227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557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3611880"/>
            <a:ext cx="521208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611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3995928"/>
            <a:ext cx="330098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96058" y="3995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325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4379976"/>
            <a:ext cx="284927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0887" y="43799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788920"/>
          <a:ext cx="347472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Pred: 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Pred: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Actual: 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</a:rPr>
                        <a:t>161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4A48"/>
                          </a:solidFill>
                        </a:rPr>
                        <a:t>33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Actual: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4A48"/>
                          </a:solidFill>
                        </a:rPr>
                        <a:t>39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</a:rPr>
                        <a:t>167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– Streamlit UI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prediction interface with 3 tabs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60604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2606040" cy="5029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 1: Predict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9-field patient input form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 all required fields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risk: Low / Medium / High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probability + progress bar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85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summary table on result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60604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143000"/>
            <a:ext cx="2606040" cy="5029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70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 2: Dataset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Readmission distribution chart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258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histogram by readmission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Diagnosis readmission rates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 visits boxplot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685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dataset preview (50 rows)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143000"/>
            <a:ext cx="260604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143000"/>
            <a:ext cx="2606040" cy="5029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170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Tab 3: Model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Accuracy, AUC, CV metrics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258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bar chart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matrix heatmap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config expandable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3685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predictions work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and data revealed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Strongest Predictor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prior hospital visits (32.3% importance) is the single most powerful feature for predicting readmission.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F0F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Age Factor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65+ have significantly higher readmission rates. Age accounts for 25% of model importance.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 High-Risk Diagnoses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(77%), Sepsis (71%), and COPD (70%) show the highest diagnosis-specific readmission rates.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F0F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Discharge Against Advice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discharged 'Against Medical Advice' have an 83.3% readmission rate — the highest of all discharge types.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Polypharmacy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number of medications at discharge positively correlates with readmission probability.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F0F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Comorbidity Load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comorbid condition incrementally increases readmission risk, confirming clinical intuition.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|  2024–25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02336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4023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7957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82% test accuracy and 0.899 ROC-AUC achieved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Random Forest effectively handles mixed data types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 visits and age are dominant predictors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app provides a usable clinical interface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813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Synthetic data pipeline is fully reproducible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023360" cy="3520440"/>
          </a:xfrm>
          <a:prstGeom prst="rect">
            <a:avLst/>
          </a:prstGeom>
          <a:solidFill>
            <a:srgbClr val="F0F8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7957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 on real EHR / hospital datasets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SHAP explainability for each prediction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752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XGBoost and Neural Network models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3282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patient time-series visit history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813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on cloud (Streamlit Community Cloud)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Ramesh  •  Arjun Mehta  •  Sneha Iyer  •  Karthik Nair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– Data Science  |  Dept. of Computer Science  |  2024–25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HealthTrack: Predicting Hospital Readmission</dc:title>
  <dc:subject>PptxGenJS Presentation</dc:subject>
  <dc:creator>PptxGenJS</dc:creator>
  <cp:lastModifiedBy>PptxGenJS</cp:lastModifiedBy>
  <cp:revision>1</cp:revision>
  <dcterms:created xsi:type="dcterms:W3CDTF">2026-04-22T05:01:11Z</dcterms:created>
  <dcterms:modified xsi:type="dcterms:W3CDTF">2026-04-22T05:01:11Z</dcterms:modified>
</cp:coreProperties>
</file>